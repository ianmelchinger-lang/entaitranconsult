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Blast Radius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0889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Sizing a candidate's exposure by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far a wrong output travels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how easily the resulting action can be undone.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636" y="1700213"/>
            <a:ext cx="9238424" cy="46238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8217" y="3817765"/>
            <a:ext cx="1735069" cy="25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Reversibility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59593" y="5930416"/>
            <a:ext cx="2076546" cy="25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Spread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29179" y="3817765"/>
            <a:ext cx="1735070" cy="25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Reversibility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54402" y="1889990"/>
            <a:ext cx="2076546" cy="25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Spread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5447" y="4918363"/>
            <a:ext cx="1781215" cy="384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spc="-3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Spread, High Reversibility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11157" y="4927592"/>
            <a:ext cx="1781215" cy="384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spc="-3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Spread, Low Reversibility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11157" y="3220167"/>
            <a:ext cx="1781215" cy="384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spc="-3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Spread, High Reversibility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10072" y="3220167"/>
            <a:ext cx="1781215" cy="384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spc="-3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Spread, Low Reversibility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9087"/>
            <a:ext cx="1533983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45741"/>
            <a:ext cx="19167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518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Obligations Follow Use, Not Method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206254"/>
            <a:ext cx="6789965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law sorts AI systems into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categories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based on how much — and how long — their use can affect people.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systems built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identical methods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carry different obligations, because the category follows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system does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ends up affected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946" y="2238573"/>
            <a:ext cx="3617524" cy="3617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08398"/>
            <a:ext cx="146165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165052"/>
            <a:ext cx="18444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QUESTIONS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711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Sort Any Candidate in Minutes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3345259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3351609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7" name="Text 5"/>
          <p:cNvSpPr/>
          <p:nvPr/>
        </p:nvSpPr>
        <p:spPr>
          <a:xfrm>
            <a:off x="856832" y="3540621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Who &amp; What Does It Touch?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949303"/>
            <a:ext cx="47665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people or systems does a wrong output reach — and at what breadth?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48" y="3351609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35160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11" name="Text 9"/>
          <p:cNvSpPr/>
          <p:nvPr/>
        </p:nvSpPr>
        <p:spPr>
          <a:xfrm>
            <a:off x="6568315" y="3540621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 the Action Be Reversed?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568315" y="3949303"/>
            <a:ext cx="476654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someone acts on the output, is there a way back?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859614" y="3811091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7681" y="3929162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03462"/>
            <a:ext cx="1540333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60116"/>
            <a:ext cx="19231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LOGIC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662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Radius Determines Scrutiny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0323"/>
            <a:ext cx="3496877" cy="261421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2904232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5881" y="352177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Small Radius + Easy Reversal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75881" y="4225727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screen. Clears in minutes.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2740323"/>
            <a:ext cx="3496877" cy="261421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4067" y="2904232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61766" y="35217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Wide Radius or Irreversible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4561766" y="3930452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Earns real scrutiny — regardless of value score.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3244" y="2740323"/>
            <a:ext cx="3496877" cy="2614216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39952" y="2904232"/>
            <a:ext cx="283461" cy="2834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47650" y="35217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Human-Approval Line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8247650" y="3930452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exposure exceeds tolerance, a person holds the trigger. The screen records exactly where that line sits.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92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Swap Test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2780506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sound exposure judgment stays the same when you swap the technique underneath it — and changes when you change the use.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67880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99960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 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48389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the method. Exposure description unchanged. You sized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99960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 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448389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the method. Description changes. You were sizing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machinery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28068"/>
            <a:ext cx="939181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84722"/>
            <a:ext cx="13219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908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Rewrite Until the Use Carries All the Weight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6492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060799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20605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Describe the exposure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61473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sentence: the use and the people affected.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7359" y="276492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3060799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4347359" y="320605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Imagine a simpler method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347359" y="361473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output, much simpler technique underneath.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33244" y="276492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3060799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244" y="320605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Does your sentence change?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33244" y="361473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yes — you were describing the machinery. Rewrite.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57388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841577"/>
            <a:ext cx="236234" cy="1890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5723" y="481012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 and the people affected must carry all the weight — not the technology.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2026-09-18T20:24:36Z</dcterms:created>
  <dcterms:modified xsi:type="dcterms:W3CDTF">2026-09-18T20:24:36Z</dcterms:modified>
</cp:coreProperties>
</file>