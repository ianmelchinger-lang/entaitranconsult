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20502"/>
            <a:ext cx="1041572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77156"/>
            <a:ext cx="14243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SKILL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8324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Win the Role:</a:t>
            </a:r>
            <a:endParaRPr lang="en-US" sz="37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Triage Judgment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14801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 four dimensions apart — simultaneously — when evaluating any single proposal.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663057"/>
            <a:ext cx="10868745" cy="1359297"/>
          </a:xfrm>
          <a:prstGeom prst="roundRect">
            <a:avLst>
              <a:gd name="adj" fmla="val 56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825" y="3669407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6350" y="0"/>
                </a:moveTo>
                <a:lnTo>
                  <a:pt x="5428023" y="0"/>
                </a:lnTo>
                <a:lnTo>
                  <a:pt x="5428023" y="673298"/>
                </a:lnTo>
                <a:lnTo>
                  <a:pt x="0" y="673298"/>
                </a:lnTo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56832" y="385841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Value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095848" y="3669407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0" y="0"/>
                </a:moveTo>
                <a:lnTo>
                  <a:pt x="5421673" y="0"/>
                </a:lnTo>
                <a:arcTo hR="6350" wR="6350" stAng="16200000" swAng="5400000"/>
                <a:lnTo>
                  <a:pt x="5428023" y="673298"/>
                </a:lnTo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669407"/>
            <a:ext cx="25399" cy="673298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6284854" y="385841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Feasibility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67825" y="4342705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0" y="0"/>
                </a:moveTo>
                <a:lnTo>
                  <a:pt x="5428023" y="0"/>
                </a:lnTo>
                <a:lnTo>
                  <a:pt x="5428023" y="673298"/>
                </a:lnTo>
                <a:lnTo>
                  <a:pt x="6350" y="673298"/>
                </a:lnTo>
                <a:arcTo hR="6350" wR="63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4342705"/>
            <a:ext cx="5428023" cy="25400"/>
          </a:xfrm>
          <a:prstGeom prst="roundRect">
            <a:avLst>
              <a:gd name="adj" fmla="val 29999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856832" y="453171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Readiness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095848" y="4342705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0" y="0"/>
                </a:moveTo>
                <a:lnTo>
                  <a:pt x="5428023" y="0"/>
                </a:lnTo>
                <a:lnTo>
                  <a:pt x="5428023" y="666948"/>
                </a:lnTo>
                <a:arcTo hR="6350" wR="6350" stAng="0" swAng="5400000"/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4342705"/>
            <a:ext cx="25399" cy="673298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4342705"/>
            <a:ext cx="5428023" cy="25400"/>
          </a:xfrm>
          <a:prstGeom prst="roundRect">
            <a:avLst>
              <a:gd name="adj" fmla="val 29999"/>
            </a:avLst>
          </a:prstGeom>
          <a:solidFill>
            <a:srgbClr val="D8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284854" y="453171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Exposure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23498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say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which dimension the decision turns 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40073"/>
            <a:ext cx="1433774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596727"/>
            <a:ext cx="18165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028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Systems Skill, Not a Template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89560"/>
            <a:ext cx="2507394" cy="21156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203972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Template thinking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983534"/>
            <a:ext cx="1976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 one company's scoring sheet — fill in that sheet only.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875" y="2989560"/>
            <a:ext cx="2507394" cy="21156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3879" y="3203972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Systems thinking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3673879" y="3688259"/>
            <a:ext cx="1976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 the dimensions — build a sheet where none exists.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32776" y="2946995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Employers use differently labelled scoring sheets. The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same four questions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recur underneath them all.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triage judgment you can: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32776" y="4194373"/>
            <a:ext cx="5203794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any sheet for what it quietly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omits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 a sponsor why a candidate scored well on three dimensions but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still should not proceed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233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Expect This in an Interview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504605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"We have more AI ideas than we can pursue. How would you decide which ones to look at first?"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291979"/>
            <a:ext cx="25399" cy="727670"/>
          </a:xfrm>
          <a:prstGeom prst="roundRect">
            <a:avLst>
              <a:gd name="adj" fmla="val 50001"/>
            </a:avLst>
          </a:prstGeom>
          <a:solidFill>
            <a:srgbClr val="D4CAFE"/>
          </a:solidFill>
          <a:ln/>
        </p:spPr>
      </p:sp>
      <p:sp>
        <p:nvSpPr>
          <p:cNvPr id="5" name="Text 3"/>
          <p:cNvSpPr/>
          <p:nvPr/>
        </p:nvSpPr>
        <p:spPr>
          <a:xfrm>
            <a:off x="356682" y="423227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answer to this question signals whether you have triage judgment — or just a matrix.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64370"/>
            <a:ext cx="1792441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21023"/>
            <a:ext cx="21752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INTERVIEW STRATEGY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Weak vs. Strong Answer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701230"/>
            <a:ext cx="5476043" cy="2692400"/>
          </a:xfrm>
          <a:prstGeom prst="roundRect">
            <a:avLst>
              <a:gd name="adj" fmla="val 1053"/>
            </a:avLst>
          </a:prstGeom>
          <a:solidFill>
            <a:srgbClr val="D4CAF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890242"/>
            <a:ext cx="50980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 Weak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380879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a decision matrix.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890242"/>
            <a:ext cx="52037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 Strong — Triage Judgment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38087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Agree criteria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before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seeing candidates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 in writing which classes earn real scrutiny: customer-facing outputs, irreversible actions, data the org lacks rights to use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Result: only a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small fraction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pass the gate to genuine review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8614"/>
            <a:ext cx="1255582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15268"/>
            <a:ext cx="163835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90 DAYS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213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Triage Judgment in Practice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895475"/>
            <a:ext cx="6383575" cy="37887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47124" y="4652573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Shift to Criteria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307" y="4652573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Unrecorded Outcome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14884" y="4652573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Informal Endorsement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89686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Written criteria let you redirect pressure — away from personalities, into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32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 Occupational Language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8197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Speak in the terms your stakeholders already use — not technical jargon.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97014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404207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Gather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445075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 evidence each role holds in that role's own terms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3097014"/>
            <a:ext cx="3622882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3364" y="404207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Analyze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473364" y="445075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Translate into distinct alternative courses of action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3097014"/>
            <a:ext cx="3622882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6246" y="404207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Document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96246" y="445075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 someone can act on without attending the meeting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92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Takeaway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6788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2766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Hold the Dimensions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68528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Value, feasibility, data readiness, exposure — simultaneously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56788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2766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Gate Before You Review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68528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Agree criteria in writing first; let only a small fraction through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567880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2766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Speak the Role's Language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68528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Gather, analyze, document — accurate and actionable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502745"/>
            <a:ext cx="10868745" cy="755948"/>
          </a:xfrm>
          <a:prstGeom prst="roundRect">
            <a:avLst>
              <a:gd name="adj" fmla="val 1008"/>
            </a:avLst>
          </a:prstGeom>
          <a:solidFill>
            <a:srgbClr val="D6CDF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4770438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473898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Triage judgment is the skill that turns a good analyst into a trusted advisor.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2026-09-18T20:50:21Z</dcterms:created>
  <dcterms:modified xsi:type="dcterms:W3CDTF">2026-09-18T20:50:21Z</dcterms:modified>
</cp:coreProperties>
</file>