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17848"/>
            <a:ext cx="1149817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74502"/>
            <a:ext cx="153259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805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Accuracy &amp; Actionability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5470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conditions every prediction must meet.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269754"/>
            <a:ext cx="10868745" cy="1101824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25" y="3276104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6350" y="0"/>
                </a:moveTo>
                <a:lnTo>
                  <a:pt x="5428023" y="0"/>
                </a:lnTo>
                <a:lnTo>
                  <a:pt x="5428023" y="1089124"/>
                </a:lnTo>
                <a:lnTo>
                  <a:pt x="6350" y="1089124"/>
                </a:lnTo>
                <a:arcTo hR="6350" wR="6350" stAng="5400000" swAng="5400000"/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56832" y="3465116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Accurate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56832" y="3873798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Outputs track reality within a measurable range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5848" y="3276104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421673" y="0"/>
                </a:lnTo>
                <a:arcTo hR="6350" wR="6350" stAng="16200000" swAng="5400000"/>
                <a:lnTo>
                  <a:pt x="5428023" y="1082774"/>
                </a:lnTo>
                <a:arcTo hR="6350" wR="6350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3276104"/>
            <a:ext cx="25399" cy="1089124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6284854" y="3465116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Actionable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284854" y="3873798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Reaches the right person in time to change a decision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584204"/>
            <a:ext cx="10868745" cy="755948"/>
          </a:xfrm>
          <a:prstGeom prst="roundRect">
            <a:avLst>
              <a:gd name="adj" fmla="val 1008"/>
            </a:avLst>
          </a:prstGeom>
          <a:solidFill>
            <a:srgbClr val="D6CD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851896"/>
            <a:ext cx="236234" cy="1890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5723" y="482044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either condition fails, the prediction has no benefit.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86471"/>
            <a:ext cx="1174919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143125"/>
            <a:ext cx="15576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492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Two Different Claims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3323332"/>
            <a:ext cx="5476043" cy="1448197"/>
          </a:xfrm>
          <a:prstGeom prst="roundRect">
            <a:avLst>
              <a:gd name="adj" fmla="val 1958"/>
            </a:avLst>
          </a:prstGeom>
          <a:solidFill>
            <a:srgbClr val="D4CAF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351234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Accuracy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996630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claim about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outputs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how closely a model tracks reality.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351234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Actionability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996630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claim about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organization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whether a prediction reaches the right person in time to matter.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7645"/>
            <a:ext cx="753548" cy="258465"/>
          </a:xfrm>
          <a:prstGeom prst="roundRect">
            <a:avLst>
              <a:gd name="adj" fmla="val 2948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578644"/>
            <a:ext cx="115914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4732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They Come Apart More Than You Think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882" y="1608534"/>
            <a:ext cx="9781831" cy="42910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98323" y="4677178"/>
            <a:ext cx="2117633" cy="26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Forecast Arrives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556412" y="5017184"/>
            <a:ext cx="2201456" cy="40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Accurate but delayed delivery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75951" y="2050071"/>
            <a:ext cx="2117633" cy="26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Orders Locked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34039" y="2390078"/>
            <a:ext cx="2201456" cy="40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 sent and decisions finalized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6071791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demand forecast that calls next quarter correctly — but lands two days after purchase orders go out — is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accurate but not actionable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832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Different Problems, Different Fixes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51944"/>
            <a:ext cx="5339820" cy="2122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29804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3633391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Accuracy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4042073"/>
            <a:ext cx="49110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data, better features, stronger models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work moves the needle.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851944"/>
            <a:ext cx="5339919" cy="21227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29804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3633391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Actionability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4042073"/>
            <a:ext cx="491110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a timetable, redraw an approval, train a team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amount of model work will help.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50926"/>
            <a:ext cx="1745809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907580"/>
            <a:ext cx="21285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 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13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Three Questions to Ask First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3087787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2365" y="31232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5723" y="3152676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Who receives it?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4363135" y="3087787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025" y="31232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77383" y="3152676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Which decision does it change?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064794" y="3087787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5684" y="31232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79042" y="3152676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does that person do differently on the day it arrives?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61475" y="4251127"/>
            <a:ext cx="10868745" cy="755948"/>
          </a:xfrm>
          <a:prstGeom prst="roundRect">
            <a:avLst>
              <a:gd name="adj" fmla="val 1008"/>
            </a:avLst>
          </a:prstGeom>
          <a:solidFill>
            <a:srgbClr val="D6CD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518819"/>
            <a:ext cx="236234" cy="1890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5723" y="448736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the third answer comes back blank, the accuracy question hasn't started to matter yet.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2026-09-18T20:08:41Z</dcterms:created>
  <dcterms:modified xsi:type="dcterms:W3CDTF">2026-09-18T20:08:41Z</dcterms:modified>
</cp:coreProperties>
</file>